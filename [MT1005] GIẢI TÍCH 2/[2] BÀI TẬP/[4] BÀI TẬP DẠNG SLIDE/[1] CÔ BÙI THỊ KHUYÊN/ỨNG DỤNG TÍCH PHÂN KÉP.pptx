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9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3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3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9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31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2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EF528-6B30-49D5-96EA-962CECCF23F6}" type="datetimeFigureOut">
              <a:rPr lang="en-US" smtClean="0"/>
              <a:t>5/3/2020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621C2-3BFF-4779-A369-65C324FF0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ỨNG DỤNG TÍCH PHÂN KÉP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Gv</a:t>
            </a:r>
            <a:r>
              <a:rPr lang="en-US" dirty="0" smtClean="0">
                <a:solidFill>
                  <a:schemeClr val="tx1"/>
                </a:solidFill>
              </a:rPr>
              <a:t>: </a:t>
            </a:r>
            <a:r>
              <a:rPr lang="en-US" dirty="0" err="1" smtClean="0">
                <a:solidFill>
                  <a:schemeClr val="tx1"/>
                </a:solidFill>
              </a:rPr>
              <a:t>Bùi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Thị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Khuyên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3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15400" cy="6629400"/>
          </a:xfrm>
        </p:spPr>
        <p:txBody>
          <a:bodyPr>
            <a:normAutofit/>
          </a:bodyPr>
          <a:lstStyle/>
          <a:p>
            <a:r>
              <a:rPr lang="en-US" dirty="0" smtClean="0"/>
              <a:t>I : KHỐI LƯỢNG RIÊNG VÀ KHỐI LƯỢNG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 : m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phiến</a:t>
            </a:r>
            <a:r>
              <a:rPr lang="en-US" dirty="0" smtClean="0"/>
              <a:t> </a:t>
            </a:r>
            <a:r>
              <a:rPr lang="en-US" dirty="0" err="1" smtClean="0"/>
              <a:t>mỏng</a:t>
            </a:r>
            <a:endParaRPr lang="en-US" dirty="0" smtClean="0"/>
          </a:p>
          <a:p>
            <a:r>
              <a:rPr lang="en-US" dirty="0" smtClean="0"/>
              <a:t>+                 </a:t>
            </a:r>
            <a:r>
              <a:rPr lang="en-US" dirty="0" err="1" smtClean="0"/>
              <a:t>là</a:t>
            </a:r>
            <a:r>
              <a:rPr lang="en-US" dirty="0" smtClean="0"/>
              <a:t> 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phiến</a:t>
            </a:r>
            <a:r>
              <a:rPr lang="en-US" dirty="0" smtClean="0"/>
              <a:t> </a:t>
            </a:r>
            <a:r>
              <a:rPr lang="en-US" dirty="0" err="1" smtClean="0"/>
              <a:t>mỏng</a:t>
            </a:r>
            <a:endParaRPr lang="en-US" dirty="0" smtClean="0"/>
          </a:p>
          <a:p>
            <a:r>
              <a:rPr lang="en-US" dirty="0" smtClean="0"/>
              <a:t>+ D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phiến</a:t>
            </a:r>
            <a:r>
              <a:rPr lang="en-US" dirty="0" smtClean="0"/>
              <a:t> </a:t>
            </a:r>
            <a:r>
              <a:rPr lang="en-US" dirty="0" err="1" smtClean="0"/>
              <a:t>mỏng</a:t>
            </a:r>
            <a:endParaRPr lang="en-US" dirty="0" smtClean="0"/>
          </a:p>
          <a:p>
            <a:pPr>
              <a:buFont typeface="Symbol"/>
              <a:buChar char="Þ"/>
            </a:pP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vật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: </a:t>
            </a:r>
          </a:p>
          <a:p>
            <a:r>
              <a:rPr lang="en-US" dirty="0" smtClean="0"/>
              <a:t>                                 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 :  </a:t>
            </a:r>
            <a:r>
              <a:rPr lang="en-US" sz="2000" dirty="0" smtClean="0"/>
              <a:t>D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miền</a:t>
            </a:r>
            <a:r>
              <a:rPr lang="en-US" sz="2000" dirty="0" smtClean="0"/>
              <a:t> </a:t>
            </a:r>
            <a:r>
              <a:rPr lang="en-US" sz="2000" dirty="0" err="1" smtClean="0"/>
              <a:t>phân</a:t>
            </a:r>
            <a:r>
              <a:rPr lang="en-US" sz="2000" dirty="0" smtClean="0"/>
              <a:t> </a:t>
            </a:r>
            <a:r>
              <a:rPr lang="en-US" sz="2000" dirty="0" err="1" smtClean="0"/>
              <a:t>bổ</a:t>
            </a:r>
            <a:r>
              <a:rPr lang="en-US" sz="2000" dirty="0" smtClean="0"/>
              <a:t> </a:t>
            </a:r>
            <a:r>
              <a:rPr lang="en-US" sz="2000" dirty="0" err="1" smtClean="0"/>
              <a:t>điện</a:t>
            </a:r>
            <a:r>
              <a:rPr lang="en-US" dirty="0" smtClean="0"/>
              <a:t> </a:t>
            </a:r>
            <a:r>
              <a:rPr lang="en-US" sz="2800" dirty="0" err="1" smtClean="0"/>
              <a:t>tích</a:t>
            </a:r>
            <a:endParaRPr lang="en-US" sz="2800" dirty="0" smtClean="0"/>
          </a:p>
          <a:p>
            <a:r>
              <a:rPr lang="en-US" dirty="0" smtClean="0"/>
              <a:t> Q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endParaRPr lang="en-US" dirty="0" smtClean="0"/>
          </a:p>
          <a:p>
            <a:r>
              <a:rPr lang="en-US" dirty="0" smtClean="0"/>
              <a:t>              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mật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                                               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142234"/>
              </p:ext>
            </p:extLst>
          </p:nvPr>
        </p:nvGraphicFramePr>
        <p:xfrm>
          <a:off x="1600200" y="914400"/>
          <a:ext cx="37338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1054080" imgH="368280" progId="Equation.DSMT4">
                  <p:embed/>
                </p:oleObj>
              </mc:Choice>
              <mc:Fallback>
                <p:oleObj name="Equation" r:id="rId3" imgW="105408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914400"/>
                        <a:ext cx="3733800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3323"/>
              </p:ext>
            </p:extLst>
          </p:nvPr>
        </p:nvGraphicFramePr>
        <p:xfrm>
          <a:off x="1066800" y="2590800"/>
          <a:ext cx="123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5" imgW="482400" imgH="203040" progId="Equation.DSMT4">
                  <p:embed/>
                </p:oleObj>
              </mc:Choice>
              <mc:Fallback>
                <p:oleObj name="Equation" r:id="rId5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2590800"/>
                        <a:ext cx="1231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884079"/>
              </p:ext>
            </p:extLst>
          </p:nvPr>
        </p:nvGraphicFramePr>
        <p:xfrm>
          <a:off x="381000" y="4876800"/>
          <a:ext cx="3048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7" imgW="1054080" imgH="368280" progId="Equation.DSMT4">
                  <p:embed/>
                </p:oleObj>
              </mc:Choice>
              <mc:Fallback>
                <p:oleObj name="Equation" r:id="rId7" imgW="105408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" y="4876800"/>
                        <a:ext cx="3048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498243"/>
              </p:ext>
            </p:extLst>
          </p:nvPr>
        </p:nvGraphicFramePr>
        <p:xfrm>
          <a:off x="609600" y="6096000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9" imgW="482400" imgH="203040" progId="Equation.DSMT4">
                  <p:embed/>
                </p:oleObj>
              </mc:Choice>
              <mc:Fallback>
                <p:oleObj name="Equation" r:id="rId9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" y="6096000"/>
                        <a:ext cx="1066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4061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049963"/>
          </a:xfrm>
        </p:spPr>
        <p:txBody>
          <a:bodyPr/>
          <a:lstStyle/>
          <a:p>
            <a:r>
              <a:rPr lang="en-US" dirty="0" smtClean="0"/>
              <a:t>1 :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2: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035825"/>
              </p:ext>
            </p:extLst>
          </p:nvPr>
        </p:nvGraphicFramePr>
        <p:xfrm>
          <a:off x="457200" y="685800"/>
          <a:ext cx="85344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4546440" imgH="469800" progId="Equation.DSMT4">
                  <p:embed/>
                </p:oleObj>
              </mc:Choice>
              <mc:Fallback>
                <p:oleObj name="Equation" r:id="rId3" imgW="4546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685800"/>
                        <a:ext cx="8534400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76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/>
          <a:lstStyle/>
          <a:p>
            <a:r>
              <a:rPr lang="en-US" dirty="0" smtClean="0"/>
              <a:t>II : 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– men</a:t>
            </a:r>
          </a:p>
          <a:p>
            <a:r>
              <a:rPr lang="en-US" dirty="0" smtClean="0"/>
              <a:t>1: </a:t>
            </a:r>
            <a:r>
              <a:rPr lang="en-US" dirty="0" err="1"/>
              <a:t>K</a:t>
            </a:r>
            <a:r>
              <a:rPr lang="en-US" dirty="0" err="1" smtClean="0"/>
              <a:t>hối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phiến</a:t>
            </a:r>
            <a:r>
              <a:rPr lang="en-US" dirty="0" smtClean="0"/>
              <a:t> </a:t>
            </a:r>
            <a:r>
              <a:rPr lang="en-US" dirty="0" err="1" smtClean="0"/>
              <a:t>mỏng</a:t>
            </a:r>
            <a:r>
              <a:rPr lang="en-US" dirty="0" smtClean="0"/>
              <a:t> quay </a:t>
            </a:r>
            <a:r>
              <a:rPr lang="en-US" dirty="0" err="1" smtClean="0"/>
              <a:t>quanh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</a:t>
            </a:r>
            <a:r>
              <a:rPr lang="en-US" dirty="0" err="1" smtClean="0"/>
              <a:t>oy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phiến</a:t>
            </a:r>
            <a:r>
              <a:rPr lang="en-US" dirty="0" smtClean="0"/>
              <a:t> </a:t>
            </a:r>
            <a:r>
              <a:rPr lang="en-US" dirty="0" err="1" smtClean="0"/>
              <a:t>mỏng</a:t>
            </a:r>
            <a:r>
              <a:rPr lang="en-US" dirty="0" smtClean="0"/>
              <a:t> quay </a:t>
            </a:r>
            <a:r>
              <a:rPr lang="en-US" dirty="0" err="1" smtClean="0"/>
              <a:t>quanh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ox. 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234504"/>
              </p:ext>
            </p:extLst>
          </p:nvPr>
        </p:nvGraphicFramePr>
        <p:xfrm>
          <a:off x="1219200" y="1447800"/>
          <a:ext cx="41148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1663560" imgH="914400" progId="Equation.DSMT4">
                  <p:embed/>
                </p:oleObj>
              </mc:Choice>
              <mc:Fallback>
                <p:oleObj name="Equation" r:id="rId3" imgW="16635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1447800"/>
                        <a:ext cx="4114800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422658"/>
              </p:ext>
            </p:extLst>
          </p:nvPr>
        </p:nvGraphicFramePr>
        <p:xfrm>
          <a:off x="2514600" y="3048000"/>
          <a:ext cx="37338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1054080" imgH="368280" progId="Equation.DSMT4">
                  <p:embed/>
                </p:oleObj>
              </mc:Choice>
              <mc:Fallback>
                <p:oleObj name="Equation" r:id="rId5" imgW="1054080" imgH="3682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37338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098541"/>
              </p:ext>
            </p:extLst>
          </p:nvPr>
        </p:nvGraphicFramePr>
        <p:xfrm>
          <a:off x="838200" y="4419600"/>
          <a:ext cx="2895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7" imgW="1231560" imgH="368280" progId="Equation.DSMT4">
                  <p:embed/>
                </p:oleObj>
              </mc:Choice>
              <mc:Fallback>
                <p:oleObj name="Equation" r:id="rId7" imgW="12315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8200" y="4419600"/>
                        <a:ext cx="2895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628740"/>
              </p:ext>
            </p:extLst>
          </p:nvPr>
        </p:nvGraphicFramePr>
        <p:xfrm>
          <a:off x="762000" y="5486400"/>
          <a:ext cx="2438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9" imgW="1244520" imgH="368280" progId="Equation.DSMT4">
                  <p:embed/>
                </p:oleObj>
              </mc:Choice>
              <mc:Fallback>
                <p:oleObj name="Equation" r:id="rId9" imgW="124452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2000" y="5486400"/>
                        <a:ext cx="2438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99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men </a:t>
            </a:r>
            <a:r>
              <a:rPr lang="en-US" dirty="0" err="1" smtClean="0"/>
              <a:t>quán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1,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quán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quay </a:t>
            </a:r>
            <a:r>
              <a:rPr lang="en-US" dirty="0" err="1" smtClean="0"/>
              <a:t>quanh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Ox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2,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quán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quay </a:t>
            </a:r>
            <a:r>
              <a:rPr lang="en-US" dirty="0" err="1" smtClean="0"/>
              <a:t>quanh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</a:t>
            </a:r>
            <a:r>
              <a:rPr lang="en-US" dirty="0" err="1" smtClean="0"/>
              <a:t>Oy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3,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quán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quay </a:t>
            </a:r>
            <a:r>
              <a:rPr lang="en-US" dirty="0" err="1" smtClean="0"/>
              <a:t>quanh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r>
              <a:rPr lang="en-US" dirty="0" smtClean="0"/>
              <a:t> </a:t>
            </a:r>
            <a:r>
              <a:rPr lang="en-US" dirty="0" err="1" smtClean="0"/>
              <a:t>tọa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hay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– men </a:t>
            </a:r>
            <a:r>
              <a:rPr lang="en-US" dirty="0" err="1" smtClean="0"/>
              <a:t>cực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94330"/>
              </p:ext>
            </p:extLst>
          </p:nvPr>
        </p:nvGraphicFramePr>
        <p:xfrm>
          <a:off x="2590800" y="1447800"/>
          <a:ext cx="2438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3" imgW="1218960" imgH="368280" progId="Equation.DSMT4">
                  <p:embed/>
                </p:oleObj>
              </mc:Choice>
              <mc:Fallback>
                <p:oleObj name="Equation" r:id="rId3" imgW="12189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1447800"/>
                        <a:ext cx="24384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638219"/>
              </p:ext>
            </p:extLst>
          </p:nvPr>
        </p:nvGraphicFramePr>
        <p:xfrm>
          <a:off x="2667000" y="3200400"/>
          <a:ext cx="26670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5" imgW="1206360" imgH="368280" progId="Equation.DSMT4">
                  <p:embed/>
                </p:oleObj>
              </mc:Choice>
              <mc:Fallback>
                <p:oleObj name="Equation" r:id="rId5" imgW="12063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7000" y="3200400"/>
                        <a:ext cx="266700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733730"/>
              </p:ext>
            </p:extLst>
          </p:nvPr>
        </p:nvGraphicFramePr>
        <p:xfrm>
          <a:off x="2286000" y="4876800"/>
          <a:ext cx="4343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7" imgW="1612800" imgH="368280" progId="Equation.DSMT4">
                  <p:embed/>
                </p:oleObj>
              </mc:Choice>
              <mc:Fallback>
                <p:oleObj name="Equation" r:id="rId7" imgW="161280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000" y="4876800"/>
                        <a:ext cx="4343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928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kính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endParaRPr lang="en-US" dirty="0" smtClean="0"/>
          </a:p>
          <a:p>
            <a:r>
              <a:rPr lang="en-US" dirty="0" smtClean="0"/>
              <a:t>                 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y</a:t>
            </a:r>
          </a:p>
          <a:p>
            <a:endParaRPr lang="en-US" dirty="0"/>
          </a:p>
          <a:p>
            <a:r>
              <a:rPr lang="en-US" dirty="0" smtClean="0"/>
              <a:t>                    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trục</a:t>
            </a:r>
            <a:r>
              <a:rPr lang="en-US" dirty="0" smtClean="0"/>
              <a:t> x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765566"/>
              </p:ext>
            </p:extLst>
          </p:nvPr>
        </p:nvGraphicFramePr>
        <p:xfrm>
          <a:off x="914400" y="838200"/>
          <a:ext cx="144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545760" imgH="457200" progId="Equation.DSMT4">
                  <p:embed/>
                </p:oleObj>
              </mc:Choice>
              <mc:Fallback>
                <p:oleObj name="Equation" r:id="rId3" imgW="545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838200"/>
                        <a:ext cx="1447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923599"/>
              </p:ext>
            </p:extLst>
          </p:nvPr>
        </p:nvGraphicFramePr>
        <p:xfrm>
          <a:off x="838200" y="1828800"/>
          <a:ext cx="15240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5" imgW="558720" imgH="444240" progId="Equation.DSMT4">
                  <p:embed/>
                </p:oleObj>
              </mc:Choice>
              <mc:Fallback>
                <p:oleObj name="Equation" r:id="rId5" imgW="558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1828800"/>
                        <a:ext cx="152400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682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 err="1"/>
              <a:t>X</a:t>
            </a:r>
            <a:r>
              <a:rPr lang="en-US" dirty="0" err="1" smtClean="0"/>
              <a:t>ác</a:t>
            </a:r>
            <a:r>
              <a:rPr lang="en-US" dirty="0" smtClean="0"/>
              <a:t> </a:t>
            </a:r>
            <a:r>
              <a:rPr lang="en-US" dirty="0" err="1"/>
              <a:t>x</a:t>
            </a:r>
            <a:r>
              <a:rPr lang="en-US" dirty="0" err="1" smtClean="0"/>
              <a:t>uất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 </a:t>
            </a:r>
            <a:r>
              <a:rPr lang="en-US" dirty="0" err="1" smtClean="0"/>
              <a:t>mật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</a:t>
            </a:r>
            <a:r>
              <a:rPr lang="en-US" dirty="0" err="1" smtClean="0"/>
              <a:t>vọng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ngẫu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X </a:t>
            </a:r>
            <a:r>
              <a:rPr lang="en-US" dirty="0" err="1" smtClean="0"/>
              <a:t>và</a:t>
            </a:r>
            <a:r>
              <a:rPr lang="en-US" dirty="0" smtClean="0"/>
              <a:t> Y </a:t>
            </a:r>
            <a:r>
              <a:rPr lang="en-US" dirty="0" err="1" smtClean="0"/>
              <a:t>là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37207"/>
              </p:ext>
            </p:extLst>
          </p:nvPr>
        </p:nvGraphicFramePr>
        <p:xfrm>
          <a:off x="1295400" y="914400"/>
          <a:ext cx="5867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3" imgW="2514600" imgH="469800" progId="Equation.DSMT4">
                  <p:embed/>
                </p:oleObj>
              </mc:Choice>
              <mc:Fallback>
                <p:oleObj name="Equation" r:id="rId3" imgW="2514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914400"/>
                        <a:ext cx="5867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825613"/>
              </p:ext>
            </p:extLst>
          </p:nvPr>
        </p:nvGraphicFramePr>
        <p:xfrm>
          <a:off x="838200" y="3276600"/>
          <a:ext cx="236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5" imgW="1168200" imgH="380880" progId="Equation.DSMT4">
                  <p:embed/>
                </p:oleObj>
              </mc:Choice>
              <mc:Fallback>
                <p:oleObj name="Equation" r:id="rId5" imgW="1168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3276600"/>
                        <a:ext cx="2362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810999"/>
              </p:ext>
            </p:extLst>
          </p:nvPr>
        </p:nvGraphicFramePr>
        <p:xfrm>
          <a:off x="4038600" y="3352800"/>
          <a:ext cx="242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7" imgW="1193760" imgH="380880" progId="Equation.DSMT4">
                  <p:embed/>
                </p:oleObj>
              </mc:Choice>
              <mc:Fallback>
                <p:oleObj name="Equation" r:id="rId7" imgW="1193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38600" y="3352800"/>
                        <a:ext cx="2425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2363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219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MathType 6.0 Equation</vt:lpstr>
      <vt:lpstr>ỨNG DỤNG TÍCH PHÂN KÉP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TÍCH PHÂN KÉP</dc:title>
  <dc:creator>Khuyen</dc:creator>
  <cp:lastModifiedBy>Khuyen</cp:lastModifiedBy>
  <cp:revision>9</cp:revision>
  <dcterms:created xsi:type="dcterms:W3CDTF">2020-05-03T07:37:08Z</dcterms:created>
  <dcterms:modified xsi:type="dcterms:W3CDTF">2020-05-03T10:09:23Z</dcterms:modified>
</cp:coreProperties>
</file>